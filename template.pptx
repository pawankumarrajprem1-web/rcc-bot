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" saveSubsetFonts="1">
  <p:sldMasterIdLst>
    <p:sldMasterId id="2147483648" r:id="rId1"/>
  </p:sldMasterIdLst>
  <p:sldIdLst>
    <p:sldId id="256" r:id="rId2"/>
  </p:sldIdLst>
  <p:sldSz cx="1216183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B19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500" autoAdjust="0"/>
    <p:restoredTop sz="86449" autoAdjust="0"/>
  </p:normalViewPr>
  <p:slideViewPr>
    <p:cSldViewPr>
      <p:cViewPr>
        <p:scale>
          <a:sx n="66" d="100"/>
          <a:sy n="66" d="100"/>
        </p:scale>
        <p:origin x="-1482" y="-162"/>
      </p:cViewPr>
      <p:guideLst>
        <p:guide orient="horz" pos="2160"/>
        <p:guide pos="38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138" y="2130426"/>
            <a:ext cx="1033756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4276" y="3886200"/>
            <a:ext cx="851328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2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7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702" y="4406901"/>
            <a:ext cx="1033756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702" y="2906713"/>
            <a:ext cx="1033756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90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8678" y="1600201"/>
            <a:ext cx="717675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8126" y="1600201"/>
            <a:ext cx="717886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4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92" y="274638"/>
            <a:ext cx="1094565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535113"/>
            <a:ext cx="537359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092" y="2174875"/>
            <a:ext cx="537359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8046" y="1535113"/>
            <a:ext cx="537570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8046" y="2174875"/>
            <a:ext cx="53757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51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47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19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93" y="273050"/>
            <a:ext cx="400116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941" y="273051"/>
            <a:ext cx="679880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93" y="1435101"/>
            <a:ext cx="400116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63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3805" y="4800600"/>
            <a:ext cx="729710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3805" y="612775"/>
            <a:ext cx="729710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3805" y="5367338"/>
            <a:ext cx="729710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5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91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28995" y="274639"/>
            <a:ext cx="3637994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8678" y="274639"/>
            <a:ext cx="1071762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3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8092" y="274638"/>
            <a:ext cx="1094565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1"/>
            <a:ext cx="1094565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8092" y="6356351"/>
            <a:ext cx="2837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7D709-5E8E-4635-B33B-834365695A3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55295" y="6356351"/>
            <a:ext cx="38512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15984" y="6356351"/>
            <a:ext cx="2837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45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-45561" y="0"/>
            <a:ext cx="12298680" cy="6857999"/>
          </a:xfrm>
          <a:prstGeom prst="roundRect">
            <a:avLst>
              <a:gd name="adj" fmla="val 0"/>
            </a:avLst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 Same Side Corner Rectangle 3"/>
          <p:cNvSpPr/>
          <p:nvPr/>
        </p:nvSpPr>
        <p:spPr>
          <a:xfrm>
            <a:off x="-45561" y="1"/>
            <a:ext cx="12298680" cy="502922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65000">
                <a:srgbClr val="D23605"/>
              </a:gs>
              <a:gs pos="0">
                <a:srgbClr val="C00000"/>
              </a:gs>
              <a:gs pos="100000">
                <a:schemeClr val="accent6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 Same Side Corner Rectangle 6"/>
          <p:cNvSpPr/>
          <p:nvPr/>
        </p:nvSpPr>
        <p:spPr>
          <a:xfrm>
            <a:off x="-45561" y="6804899"/>
            <a:ext cx="12298680" cy="99300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65000">
                <a:srgbClr val="D23605"/>
              </a:gs>
              <a:gs pos="0">
                <a:srgbClr val="C00000"/>
              </a:gs>
              <a:gs pos="100000">
                <a:schemeClr val="accent6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92846" y="36117"/>
            <a:ext cx="3435959" cy="430689"/>
          </a:xfrm>
          <a:prstGeom prst="rect">
            <a:avLst/>
          </a:prstGeom>
        </p:spPr>
        <p:txBody>
          <a:bodyPr wrap="square" lIns="121725" tIns="60862" rIns="121725" bIns="60862">
            <a:spAutoFit/>
          </a:bodyPr>
          <a:lstStyle/>
          <a:p>
            <a:r>
              <a:rPr lang="hi-IN" sz="2000" dirty="0">
                <a:solidFill>
                  <a:srgbClr val="FFFFFF"/>
                </a:solidFill>
                <a:latin typeface="Poppins ExtraBold" pitchFamily="2" charset="0"/>
                <a:cs typeface="Poppins ExtraBold" pitchFamily="2" charset="0"/>
              </a:rPr>
              <a:t>राजेश कम्पटीशन सेंटर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63776" y="36117"/>
            <a:ext cx="2362199" cy="430689"/>
          </a:xfrm>
          <a:prstGeom prst="rect">
            <a:avLst/>
          </a:prstGeom>
        </p:spPr>
        <p:txBody>
          <a:bodyPr wrap="square" lIns="121725" tIns="60862" rIns="121725" bIns="60862">
            <a:spAutoFit/>
          </a:bodyPr>
          <a:lstStyle/>
          <a:p>
            <a:r>
              <a:rPr lang="en-US" sz="2000" dirty="0" smtClean="0">
                <a:solidFill>
                  <a:srgbClr val="FFFF00"/>
                </a:solidFill>
                <a:latin typeface="Poppins ExtraBold" pitchFamily="2" charset="0"/>
                <a:cs typeface="Poppins ExtraBold" pitchFamily="2" charset="0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Poppins ExtraBold" pitchFamily="2" charset="0"/>
                <a:cs typeface="Poppins ExtraBold" pitchFamily="2" charset="0"/>
              </a:rPr>
              <a:t>Mob. 9229191311</a:t>
            </a:r>
            <a:endParaRPr lang="hi-IN" dirty="0">
              <a:solidFill>
                <a:schemeClr val="bg1"/>
              </a:solidFill>
              <a:latin typeface="Poppins ExtraBold" pitchFamily="2" charset="0"/>
              <a:cs typeface="Poppins ExtraBold" pitchFamily="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37719" y="36117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latin typeface="Poppins ExtraBold" pitchFamily="2" charset="0"/>
                <a:cs typeface="Poppins ExtraBold" pitchFamily="2" charset="0"/>
              </a:rPr>
              <a:t>{{TOPIC}}</a:t>
            </a:r>
            <a:endParaRPr lang="en-US" sz="2000" dirty="0">
              <a:solidFill>
                <a:srgbClr val="FFFF00"/>
              </a:solidFill>
              <a:latin typeface="Poppins ExtraBold" pitchFamily="2" charset="0"/>
              <a:cs typeface="Poppins ExtraBold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4693" y="802214"/>
            <a:ext cx="11112463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FF00"/>
                </a:solidFill>
                <a:latin typeface="Poppins ExtraBold" pitchFamily="2" charset="0"/>
                <a:cs typeface="Poppins ExtraBold" pitchFamily="2" charset="0"/>
              </a:rPr>
              <a:t>{{QUESTION}}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Poppins ExtraBold" pitchFamily="2" charset="0"/>
                <a:cs typeface="Poppins ExtraBold" pitchFamily="2" charset="0"/>
              </a:rPr>
              <a:t> </a:t>
            </a:r>
            <a:r>
              <a:rPr lang="en-US" sz="2200" dirty="0">
                <a:solidFill>
                  <a:schemeClr val="bg1"/>
                </a:solidFill>
                <a:latin typeface="Poppins ExtraBold" pitchFamily="2" charset="0"/>
                <a:cs typeface="Poppins ExtraBold" pitchFamily="2" charset="0"/>
              </a:rPr>
              <a:t>{{OPTION_A}}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bg1"/>
                </a:solidFill>
                <a:latin typeface="Poppins ExtraBold" pitchFamily="2" charset="0"/>
                <a:cs typeface="Poppins ExtraBold" pitchFamily="2" charset="0"/>
              </a:rPr>
              <a:t> {{OPTION_B}}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bg1"/>
                </a:solidFill>
                <a:latin typeface="Poppins ExtraBold" pitchFamily="2" charset="0"/>
                <a:cs typeface="Poppins ExtraBold" pitchFamily="2" charset="0"/>
              </a:rPr>
              <a:t> {{OPTION_C}}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bg1"/>
                </a:solidFill>
                <a:latin typeface="Poppins ExtraBold" pitchFamily="2" charset="0"/>
                <a:cs typeface="Poppins ExtraBold" pitchFamily="2" charset="0"/>
              </a:rPr>
              <a:t> {{</a:t>
            </a:r>
            <a:r>
              <a:rPr lang="en-US" sz="2200" dirty="0" smtClean="0">
                <a:solidFill>
                  <a:schemeClr val="bg1"/>
                </a:solidFill>
                <a:latin typeface="Poppins ExtraBold" pitchFamily="2" charset="0"/>
                <a:cs typeface="Poppins ExtraBold" pitchFamily="2" charset="0"/>
              </a:rPr>
              <a:t>OPTION_D}}</a:t>
            </a:r>
            <a:endParaRPr lang="en-US" sz="2200" dirty="0">
              <a:solidFill>
                <a:schemeClr val="bg1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400" dirty="0">
              <a:solidFill>
                <a:schemeClr val="bg1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>
              <a:solidFill>
                <a:schemeClr val="bg1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>
              <a:solidFill>
                <a:schemeClr val="bg1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 smtClean="0">
              <a:solidFill>
                <a:srgbClr val="FFFF00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>
              <a:solidFill>
                <a:srgbClr val="FFFF00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 smtClean="0">
              <a:solidFill>
                <a:srgbClr val="FFFF00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>
              <a:solidFill>
                <a:srgbClr val="FFFF00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 smtClean="0">
              <a:solidFill>
                <a:srgbClr val="FFFF00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>
              <a:solidFill>
                <a:srgbClr val="FFFF00"/>
              </a:solidFill>
              <a:latin typeface="Poppins ExtraBold" pitchFamily="2" charset="0"/>
              <a:cs typeface="Poppins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90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29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 11</dc:creator>
  <cp:lastModifiedBy>Win 11</cp:lastModifiedBy>
  <cp:revision>26</cp:revision>
  <dcterms:created xsi:type="dcterms:W3CDTF">2026-08-24T13:43:33Z</dcterms:created>
  <dcterms:modified xsi:type="dcterms:W3CDTF">2026-09-04T01:55:40Z</dcterms:modified>
</cp:coreProperties>
</file>